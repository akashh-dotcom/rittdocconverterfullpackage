
<file path=[Content_Types].xml><?xml version="1.0" encoding="utf-8"?>
<Types xmlns="http://schemas.openxmlformats.org/package/2006/content-types">
  <Default Extension="tmp" ContentType="image/pn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15"/>
  </p:handoutMasterIdLst>
  <p:sldIdLst>
    <p:sldId id="256" r:id="rId2"/>
    <p:sldId id="257" r:id="rId3"/>
    <p:sldId id="258" r:id="rId4"/>
    <p:sldId id="262" r:id="rId5"/>
    <p:sldId id="263" r:id="rId6"/>
    <p:sldId id="259" r:id="rId7"/>
    <p:sldId id="264" r:id="rId8"/>
    <p:sldId id="266" r:id="rId9"/>
    <p:sldId id="260" r:id="rId10"/>
    <p:sldId id="269" r:id="rId11"/>
    <p:sldId id="261" r:id="rId12"/>
    <p:sldId id="268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-119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312F51-DD97-FB4F-AACD-13B7B315D6BC}" type="datetimeFigureOut">
              <a:rPr lang="en-US" smtClean="0"/>
              <a:pPr/>
              <a:t>8/3/2012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EE0A0D-E87E-4249-BCDF-E73CE7E53D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0204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75185"/>
            <a:ext cx="5356745" cy="4053546"/>
          </a:xfrm>
        </p:spPr>
        <p:txBody>
          <a:bodyPr anchor="t"/>
          <a:lstStyle>
            <a:lvl1pPr algn="l">
              <a:defRPr b="1">
                <a:solidFill>
                  <a:srgbClr val="36527C"/>
                </a:solidFill>
                <a:latin typeface="Times"/>
                <a:cs typeface="Time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7" name="Picture 6" descr="pptImage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5676" y="0"/>
            <a:ext cx="2501153" cy="6870828"/>
          </a:xfrm>
          <a:prstGeom prst="rect">
            <a:avLst/>
          </a:prstGeom>
          <a:ln>
            <a:noFill/>
          </a:ln>
        </p:spPr>
      </p:pic>
      <p:sp>
        <p:nvSpPr>
          <p:cNvPr id="8" name="Rectangle 7"/>
          <p:cNvSpPr/>
          <p:nvPr userDrawn="1"/>
        </p:nvSpPr>
        <p:spPr>
          <a:xfrm>
            <a:off x="-64146" y="0"/>
            <a:ext cx="128292" cy="6858000"/>
          </a:xfrm>
          <a:prstGeom prst="rect">
            <a:avLst/>
          </a:prstGeom>
          <a:solidFill>
            <a:srgbClr val="BE1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r2print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58000" y="146358"/>
            <a:ext cx="537551" cy="1019556"/>
          </a:xfrm>
          <a:prstGeom prst="rect">
            <a:avLst/>
          </a:prstGeom>
        </p:spPr>
      </p:pic>
      <p:pic>
        <p:nvPicPr>
          <p:cNvPr id="10" name="Picture 9" descr="RittenhouseFNL.jp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85800" y="5867400"/>
            <a:ext cx="2637295" cy="7853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4557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idx="1" hasCustomPrompt="1"/>
          </p:nvPr>
        </p:nvSpPr>
        <p:spPr>
          <a:xfrm>
            <a:off x="457200" y="1600200"/>
            <a:ext cx="6688655" cy="5031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pt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676" y="0"/>
            <a:ext cx="2501153" cy="6870828"/>
          </a:xfrm>
          <a:prstGeom prst="rect">
            <a:avLst/>
          </a:prstGeom>
          <a:ln>
            <a:noFill/>
          </a:ln>
        </p:spPr>
      </p:pic>
      <p:sp>
        <p:nvSpPr>
          <p:cNvPr id="8" name="Rectangle 7"/>
          <p:cNvSpPr/>
          <p:nvPr/>
        </p:nvSpPr>
        <p:spPr>
          <a:xfrm>
            <a:off x="-64146" y="0"/>
            <a:ext cx="128292" cy="6858000"/>
          </a:xfrm>
          <a:prstGeom prst="rect">
            <a:avLst/>
          </a:prstGeom>
          <a:solidFill>
            <a:srgbClr val="BE1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r2prin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8000" y="146358"/>
            <a:ext cx="537551" cy="101955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4557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6688655" cy="5031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457200" rtl="0" eaLnBrk="1" latinLnBrk="0" hangingPunct="1">
        <a:spcBef>
          <a:spcPct val="0"/>
        </a:spcBef>
        <a:buNone/>
        <a:defRPr sz="4200" b="1" kern="1200">
          <a:solidFill>
            <a:srgbClr val="36527C"/>
          </a:solidFill>
          <a:latin typeface="Times"/>
          <a:ea typeface="+mj-ea"/>
          <a:cs typeface="Time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75185"/>
            <a:ext cx="6817290" cy="3359862"/>
          </a:xfrm>
        </p:spPr>
        <p:txBody>
          <a:bodyPr>
            <a:normAutofit/>
          </a:bodyPr>
          <a:lstStyle/>
          <a:p>
            <a:r>
              <a:rPr lang="en-US" sz="4800" dirty="0" smtClean="0"/>
              <a:t>Accessing eBooks using </a:t>
            </a:r>
            <a:r>
              <a:rPr lang="en-US" sz="4800" dirty="0"/>
              <a:t>the R2 </a:t>
            </a:r>
            <a:r>
              <a:rPr lang="en-US" sz="4800" dirty="0" smtClean="0"/>
              <a:t>Digital Library</a:t>
            </a:r>
            <a:endParaRPr 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0589"/>
            <a:ext cx="7445577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eBooks via the R2 Digital Library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7050"/>
            <a:ext cx="8060499" cy="2069926"/>
          </a:xfrm>
        </p:spPr>
        <p:txBody>
          <a:bodyPr>
            <a:normAutofit/>
          </a:bodyPr>
          <a:lstStyle/>
          <a:p>
            <a:r>
              <a:rPr lang="en-US" sz="2400" dirty="0"/>
              <a:t>The R2 Library is an electronic database that enables access to </a:t>
            </a:r>
            <a:r>
              <a:rPr lang="en-US" sz="2400" dirty="0" smtClean="0"/>
              <a:t>eBooks </a:t>
            </a:r>
            <a:r>
              <a:rPr lang="en-US" sz="2400" dirty="0"/>
              <a:t>from multiple health science </a:t>
            </a:r>
            <a:r>
              <a:rPr lang="en-US" sz="2400" dirty="0" smtClean="0"/>
              <a:t>publishers</a:t>
            </a:r>
            <a:endParaRPr lang="en-US" sz="2400" dirty="0"/>
          </a:p>
          <a:p>
            <a:r>
              <a:rPr lang="en-US" sz="2400" dirty="0" smtClean="0"/>
              <a:t>Browse and search a single title or the entire collection, it’s up to you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211" y="2651164"/>
            <a:ext cx="5260932" cy="383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411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8442"/>
            <a:ext cx="7445577" cy="1143000"/>
          </a:xfrm>
        </p:spPr>
        <p:txBody>
          <a:bodyPr/>
          <a:lstStyle/>
          <a:p>
            <a:r>
              <a:rPr lang="en-US" dirty="0" smtClean="0"/>
              <a:t>Searching eBooks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747" y="1291442"/>
            <a:ext cx="7451030" cy="503171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Search the entire collection by entering a key topic, term, drug name, author or title in the Search box</a:t>
            </a:r>
            <a:endParaRPr lang="en-US" sz="2400" dirty="0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08" y="2213129"/>
            <a:ext cx="6275539" cy="4034275"/>
          </a:xfrm>
          <a:prstGeom prst="rect">
            <a:avLst/>
          </a:prstGeom>
        </p:spPr>
      </p:pic>
      <p:sp>
        <p:nvSpPr>
          <p:cNvPr id="4" name="Right Arrow 3"/>
          <p:cNvSpPr/>
          <p:nvPr/>
        </p:nvSpPr>
        <p:spPr>
          <a:xfrm rot="19708359">
            <a:off x="2755725" y="3183191"/>
            <a:ext cx="978408" cy="484632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own Arrow 4"/>
          <p:cNvSpPr/>
          <p:nvPr/>
        </p:nvSpPr>
        <p:spPr>
          <a:xfrm rot="9943519">
            <a:off x="6434056" y="3207214"/>
            <a:ext cx="484632" cy="978408"/>
          </a:xfrm>
          <a:prstGeom prst="downArrow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503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034" y="3074964"/>
            <a:ext cx="6096224" cy="3427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050"/>
            <a:ext cx="7445577" cy="1143000"/>
          </a:xfrm>
        </p:spPr>
        <p:txBody>
          <a:bodyPr/>
          <a:lstStyle/>
          <a:p>
            <a:r>
              <a:rPr lang="en-US" dirty="0" smtClean="0"/>
              <a:t>Searching eBooks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883" y="1124211"/>
            <a:ext cx="7822503" cy="503171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You will see results from all available eBooks, simply select the result you would like to view</a:t>
            </a:r>
          </a:p>
          <a:p>
            <a:r>
              <a:rPr lang="en-US" sz="2400" dirty="0" smtClean="0"/>
              <a:t>You can use the tools in the left navigation pane to sort and filter your results</a:t>
            </a:r>
            <a:endParaRPr lang="en-US" sz="2400" dirty="0"/>
          </a:p>
        </p:txBody>
      </p:sp>
      <p:sp>
        <p:nvSpPr>
          <p:cNvPr id="6" name="Left Arrow 5"/>
          <p:cNvSpPr/>
          <p:nvPr/>
        </p:nvSpPr>
        <p:spPr>
          <a:xfrm rot="20792526">
            <a:off x="5762969" y="4221319"/>
            <a:ext cx="978408" cy="484632"/>
          </a:xfrm>
          <a:prstGeom prst="leftArrow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own Arrow 3"/>
          <p:cNvSpPr/>
          <p:nvPr/>
        </p:nvSpPr>
        <p:spPr>
          <a:xfrm rot="2074977">
            <a:off x="2577058" y="3068825"/>
            <a:ext cx="484632" cy="743224"/>
          </a:xfrm>
          <a:prstGeom prst="downArrow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251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117"/>
            <a:ext cx="7445577" cy="1143000"/>
          </a:xfrm>
        </p:spPr>
        <p:txBody>
          <a:bodyPr/>
          <a:lstStyle/>
          <a:p>
            <a:r>
              <a:rPr lang="en-US" dirty="0"/>
              <a:t>Searching eBooks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7117"/>
            <a:ext cx="6688655" cy="503171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You can also use the Advanced Options option to create a more specific search</a:t>
            </a:r>
          </a:p>
          <a:p>
            <a:endParaRPr lang="en-US" sz="2400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611" y="2011282"/>
            <a:ext cx="6597744" cy="4187547"/>
          </a:xfrm>
          <a:prstGeom prst="rect">
            <a:avLst/>
          </a:prstGeom>
        </p:spPr>
      </p:pic>
      <p:sp>
        <p:nvSpPr>
          <p:cNvPr id="4" name="Right Arrow 3"/>
          <p:cNvSpPr/>
          <p:nvPr/>
        </p:nvSpPr>
        <p:spPr>
          <a:xfrm rot="19696209">
            <a:off x="6113127" y="3106018"/>
            <a:ext cx="978408" cy="484632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597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616" y="3461141"/>
            <a:ext cx="4906810" cy="2758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Browsing eBooks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8162"/>
            <a:ext cx="6688655" cy="5031712"/>
          </a:xfrm>
        </p:spPr>
        <p:txBody>
          <a:bodyPr/>
          <a:lstStyle/>
          <a:p>
            <a:r>
              <a:rPr lang="en-US" dirty="0" smtClean="0"/>
              <a:t>Browse by </a:t>
            </a:r>
            <a:r>
              <a:rPr lang="en-US" dirty="0" smtClean="0"/>
              <a:t>Discipline, eBook Title, </a:t>
            </a:r>
            <a:r>
              <a:rPr lang="en-US" dirty="0" smtClean="0"/>
              <a:t>P</a:t>
            </a:r>
            <a:r>
              <a:rPr lang="en-US" dirty="0" smtClean="0"/>
              <a:t>ublisher or Author</a:t>
            </a:r>
          </a:p>
          <a:p>
            <a:r>
              <a:rPr lang="en-US" dirty="0" smtClean="0"/>
              <a:t>Use Filter options to narrow your selections.</a:t>
            </a:r>
            <a:endParaRPr lang="en-US" dirty="0"/>
          </a:p>
        </p:txBody>
      </p:sp>
      <p:sp>
        <p:nvSpPr>
          <p:cNvPr id="4" name="Right Arrow 3"/>
          <p:cNvSpPr/>
          <p:nvPr/>
        </p:nvSpPr>
        <p:spPr>
          <a:xfrm rot="13922205">
            <a:off x="3911009" y="4983014"/>
            <a:ext cx="809307" cy="484632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677412" y="4599330"/>
            <a:ext cx="978408" cy="484632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73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30839"/>
            <a:ext cx="7138690" cy="761122"/>
          </a:xfrm>
        </p:spPr>
        <p:txBody>
          <a:bodyPr>
            <a:normAutofit/>
          </a:bodyPr>
          <a:lstStyle/>
          <a:p>
            <a:r>
              <a:rPr lang="en-US" dirty="0"/>
              <a:t>Browsing eBooks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091961"/>
            <a:ext cx="6688655" cy="503171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You can browse each eBook using the Table of Contents or Related Topics</a:t>
            </a:r>
          </a:p>
          <a:p>
            <a:r>
              <a:rPr lang="en-US" sz="2400" dirty="0" smtClean="0"/>
              <a:t>Use the Breadcrumbs to identify which chapter or section you are viewing</a:t>
            </a:r>
            <a:endParaRPr lang="en-US" sz="2400" dirty="0"/>
          </a:p>
        </p:txBody>
      </p:sp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972" y="2707623"/>
            <a:ext cx="5919609" cy="3726264"/>
          </a:xfrm>
          <a:prstGeom prst="rect">
            <a:avLst/>
          </a:prstGeom>
        </p:spPr>
      </p:pic>
      <p:sp>
        <p:nvSpPr>
          <p:cNvPr id="5" name="Down Arrow 4"/>
          <p:cNvSpPr/>
          <p:nvPr/>
        </p:nvSpPr>
        <p:spPr>
          <a:xfrm rot="2528092">
            <a:off x="3574459" y="2910360"/>
            <a:ext cx="484632" cy="978408"/>
          </a:xfrm>
          <a:prstGeom prst="downArrow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Arrow 5"/>
          <p:cNvSpPr/>
          <p:nvPr/>
        </p:nvSpPr>
        <p:spPr>
          <a:xfrm>
            <a:off x="4608200" y="3546681"/>
            <a:ext cx="978408" cy="484632"/>
          </a:xfrm>
          <a:prstGeom prst="leftArrow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Arrow 3"/>
          <p:cNvSpPr/>
          <p:nvPr/>
        </p:nvSpPr>
        <p:spPr>
          <a:xfrm rot="7360301">
            <a:off x="1579465" y="3139978"/>
            <a:ext cx="978408" cy="484632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Up Arrow 6"/>
          <p:cNvSpPr/>
          <p:nvPr/>
        </p:nvSpPr>
        <p:spPr>
          <a:xfrm>
            <a:off x="1826353" y="4175427"/>
            <a:ext cx="484632" cy="978408"/>
          </a:xfrm>
          <a:prstGeom prst="upArrow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971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9377"/>
            <a:ext cx="7445577" cy="1143000"/>
          </a:xfrm>
        </p:spPr>
        <p:txBody>
          <a:bodyPr/>
          <a:lstStyle/>
          <a:p>
            <a:r>
              <a:rPr lang="en-US" dirty="0" smtClean="0"/>
              <a:t>Browsing eBooks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460" y="1161789"/>
            <a:ext cx="7872608" cy="503171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To Search for a key topic, term or drug name in a specific title, select “Browse and Search Content” when that eBook is open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39" y="2324299"/>
            <a:ext cx="6413326" cy="4099782"/>
          </a:xfrm>
          <a:prstGeom prst="rect">
            <a:avLst/>
          </a:prstGeom>
        </p:spPr>
      </p:pic>
      <p:sp>
        <p:nvSpPr>
          <p:cNvPr id="4" name="Right Arrow 3"/>
          <p:cNvSpPr/>
          <p:nvPr/>
        </p:nvSpPr>
        <p:spPr>
          <a:xfrm rot="7360213">
            <a:off x="1772431" y="2749855"/>
            <a:ext cx="978408" cy="484632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Left Arrow 4"/>
          <p:cNvSpPr/>
          <p:nvPr/>
        </p:nvSpPr>
        <p:spPr>
          <a:xfrm>
            <a:off x="4635319" y="3785524"/>
            <a:ext cx="978408" cy="484632"/>
          </a:xfrm>
          <a:prstGeom prst="leftArrow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710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518" y="293007"/>
            <a:ext cx="7445577" cy="857402"/>
          </a:xfrm>
        </p:spPr>
        <p:txBody>
          <a:bodyPr>
            <a:normAutofit/>
          </a:bodyPr>
          <a:lstStyle/>
          <a:p>
            <a:r>
              <a:rPr lang="en-US" dirty="0" smtClean="0"/>
              <a:t>Linking to eBooks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2935"/>
            <a:ext cx="8123129" cy="503171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Key topics, terms, and drug names are hyperlinked within each eBook.  To view additional information, simply select the hyperlink to view available resources on that topic, term or drug name</a:t>
            </a:r>
            <a:endParaRPr lang="en-US" sz="2400" dirty="0"/>
          </a:p>
        </p:txBody>
      </p:sp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769" y="2708870"/>
            <a:ext cx="5018204" cy="3005763"/>
          </a:xfrm>
          <a:prstGeom prst="rect">
            <a:avLst/>
          </a:prstGeom>
        </p:spPr>
      </p:pic>
      <p:sp>
        <p:nvSpPr>
          <p:cNvPr id="4" name="Right Arrow 3"/>
          <p:cNvSpPr/>
          <p:nvPr/>
        </p:nvSpPr>
        <p:spPr>
          <a:xfrm rot="3986729">
            <a:off x="1842483" y="3969436"/>
            <a:ext cx="978408" cy="484632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894" y="3125644"/>
            <a:ext cx="4696561" cy="3553635"/>
          </a:xfrm>
          <a:prstGeom prst="rect">
            <a:avLst/>
          </a:prstGeom>
        </p:spPr>
      </p:pic>
      <p:sp>
        <p:nvSpPr>
          <p:cNvPr id="6" name="Left Arrow 5"/>
          <p:cNvSpPr/>
          <p:nvPr/>
        </p:nvSpPr>
        <p:spPr>
          <a:xfrm rot="17143547">
            <a:off x="6905070" y="4514715"/>
            <a:ext cx="978408" cy="484632"/>
          </a:xfrm>
          <a:prstGeom prst="leftArrow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3983277" y="4660145"/>
            <a:ext cx="978408" cy="484632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42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Linking to eBooks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4524"/>
            <a:ext cx="7445577" cy="503171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You can also link to key topics and drug names in eBooks using the A-Z index</a:t>
            </a:r>
          </a:p>
          <a:p>
            <a:r>
              <a:rPr lang="en-US" sz="2400" dirty="0" smtClean="0"/>
              <a:t>Simply click on a key topic or drug name to see all available information 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" y="2935485"/>
            <a:ext cx="6313118" cy="3711310"/>
          </a:xfrm>
          <a:prstGeom prst="rect">
            <a:avLst/>
          </a:prstGeom>
        </p:spPr>
      </p:pic>
      <p:sp>
        <p:nvSpPr>
          <p:cNvPr id="4" name="Left Arrow 3"/>
          <p:cNvSpPr/>
          <p:nvPr/>
        </p:nvSpPr>
        <p:spPr>
          <a:xfrm>
            <a:off x="5060516" y="5612413"/>
            <a:ext cx="978408" cy="484632"/>
          </a:xfrm>
          <a:prstGeom prst="leftArrow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/>
          <p:cNvSpPr/>
          <p:nvPr/>
        </p:nvSpPr>
        <p:spPr>
          <a:xfrm>
            <a:off x="1364649" y="4049593"/>
            <a:ext cx="978408" cy="484632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645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812" y="429343"/>
            <a:ext cx="7445577" cy="765023"/>
          </a:xfrm>
        </p:spPr>
        <p:txBody>
          <a:bodyPr/>
          <a:lstStyle/>
          <a:p>
            <a:r>
              <a:rPr lang="en-US" dirty="0" smtClean="0"/>
              <a:t>My eBooks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812" y="1041857"/>
            <a:ext cx="7697244" cy="503171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You can save links to eBooks, images, citations, searches and more using the “MyR2” tab  </a:t>
            </a:r>
          </a:p>
          <a:p>
            <a:r>
              <a:rPr lang="en-US" sz="2400" dirty="0" smtClean="0"/>
              <a:t>If you have a unique R2 user name and password, you can save this information and view it each time you are accessing R2 eBooks</a:t>
            </a:r>
            <a:endParaRPr lang="en-US" sz="2400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822" y="3028501"/>
            <a:ext cx="5523978" cy="3463131"/>
          </a:xfrm>
          <a:prstGeom prst="rect">
            <a:avLst/>
          </a:prstGeom>
        </p:spPr>
      </p:pic>
      <p:sp>
        <p:nvSpPr>
          <p:cNvPr id="4" name="Left Arrow 3"/>
          <p:cNvSpPr/>
          <p:nvPr/>
        </p:nvSpPr>
        <p:spPr>
          <a:xfrm>
            <a:off x="2267211" y="3578123"/>
            <a:ext cx="978408" cy="484632"/>
          </a:xfrm>
          <a:prstGeom prst="leftArrow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822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can I do with R2 eBook content?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Use the “Tools” tab to</a:t>
            </a:r>
          </a:p>
          <a:p>
            <a:pPr lvl="1"/>
            <a:r>
              <a:rPr lang="en-US" sz="2400" dirty="0" smtClean="0"/>
              <a:t>Print sections</a:t>
            </a:r>
          </a:p>
          <a:p>
            <a:pPr lvl="1"/>
            <a:r>
              <a:rPr lang="en-US" sz="2400" dirty="0" smtClean="0"/>
              <a:t>Email sections</a:t>
            </a:r>
          </a:p>
          <a:p>
            <a:pPr lvl="1"/>
            <a:r>
              <a:rPr lang="en-US" sz="2400" dirty="0" smtClean="0"/>
              <a:t>Export images</a:t>
            </a:r>
          </a:p>
          <a:p>
            <a:pPr lvl="1"/>
            <a:r>
              <a:rPr lang="en-US" sz="2400" dirty="0" smtClean="0"/>
              <a:t>Create and export links to sections</a:t>
            </a:r>
          </a:p>
          <a:p>
            <a:pPr lvl="1"/>
            <a:r>
              <a:rPr lang="en-US" sz="2400" dirty="0"/>
              <a:t>Create and export links </a:t>
            </a:r>
            <a:r>
              <a:rPr lang="en-US" sz="2400" dirty="0" smtClean="0"/>
              <a:t>to eBooks</a:t>
            </a:r>
          </a:p>
          <a:p>
            <a:pPr lvl="1"/>
            <a:r>
              <a:rPr lang="en-US" sz="2400" dirty="0" smtClean="0"/>
              <a:t>Export citations</a:t>
            </a:r>
          </a:p>
          <a:p>
            <a:pPr lvl="1"/>
            <a:r>
              <a:rPr lang="en-US" sz="2400" dirty="0" smtClean="0"/>
              <a:t>Build and export reference lists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37320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Questions?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Contact your librarian for more information or see the Frequently Asked Questions link on the R2 home page!</a:t>
            </a:r>
          </a:p>
          <a:p>
            <a:r>
              <a:rPr lang="en-US" sz="2400" dirty="0" smtClean="0"/>
              <a:t>Thank you for using the R2 Library!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8831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minar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Seminar2</Template>
  <TotalTime>1978</TotalTime>
  <Words>388</Words>
  <Application>Microsoft Office PowerPoint</Application>
  <PresentationFormat>On-screen Show (4:3)</PresentationFormat>
  <Paragraphs>39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Seminar2</vt:lpstr>
      <vt:lpstr>Accessing eBooks using the R2 Digital Library</vt:lpstr>
      <vt:lpstr>eBooks via the R2 Digital Library</vt:lpstr>
      <vt:lpstr>Searching eBooks</vt:lpstr>
      <vt:lpstr>Searching eBooks</vt:lpstr>
      <vt:lpstr>Searching eBooks</vt:lpstr>
      <vt:lpstr>Browsing eBooks</vt:lpstr>
      <vt:lpstr>Browsing eBooks</vt:lpstr>
      <vt:lpstr>Browsing eBooks</vt:lpstr>
      <vt:lpstr>Linking to eBooks</vt:lpstr>
      <vt:lpstr>Linking to eBooks</vt:lpstr>
      <vt:lpstr>My eBooks</vt:lpstr>
      <vt:lpstr>What can I do with R2 eBook content?</vt:lpstr>
      <vt:lpstr>More Questions?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Telemarketing - KOP</dc:creator>
  <cp:lastModifiedBy>MEGWIN7</cp:lastModifiedBy>
  <cp:revision>35</cp:revision>
  <dcterms:created xsi:type="dcterms:W3CDTF">2011-09-06T19:51:09Z</dcterms:created>
  <dcterms:modified xsi:type="dcterms:W3CDTF">2012-08-03T14:19:45Z</dcterms:modified>
</cp:coreProperties>
</file>